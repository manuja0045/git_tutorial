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7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D307-57DA-6D8D-2C58-80C38AC2A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BE459-0E4B-008E-B1EF-DBE1E28CD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B760-8BEE-C27F-F980-D8B3D0F8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76622-1902-A392-FAEE-7E219561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E811-02EC-F2BA-F1D3-10CD9168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30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A049-5F78-B5D0-C853-19793C00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64651-16FC-4280-E5BA-6294E1E4D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9D7D6-9597-6F09-4434-210154FF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A8E2E-6F64-244D-543B-B66065CB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60C96-53FF-5888-2633-444D18F9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8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3A1B-CB71-C036-ED52-61B8E285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477EE-3809-A512-11D2-2A7F06364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44ABF-067E-EE64-5502-3743B73A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27FBF-CD42-DBD6-AB77-FEEE5D60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FF54-1F4A-DD18-8DA4-91727785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8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8B15D-A9E1-E827-9C31-6156D73B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D6F92-ABB7-9D07-33FC-492890484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26A5-6C8B-8EE9-FD63-FE17AEEFA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E623E-D482-8FB2-58EB-FDF516CC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FD082-3273-DE78-7D28-8FA64F66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83EC6-2DB9-DAE8-6F2A-7A732A45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676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A7D3-B897-8D63-770E-D495F09F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6CEC6-341A-F27A-8E3D-B1A62727E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B14D8-5029-2849-E85E-FE6FA1855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F11122-5021-39CD-0D81-7D9C53341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45FC4-6019-C081-B2A1-550FD848C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633B2-F26E-9581-638D-145CE654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2012A-7D1E-0DC6-E20B-C7FB5504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E20AC-A135-61C4-33E2-D37CDB26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11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1F1E-BD21-58C4-5C73-D3820430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EDFB8-38FA-2FA5-CDC0-30A8F9EF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580CC-B8DF-468C-D314-60ECBD35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A19DB-A010-F84C-77BE-04954103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18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5F16B-38D9-8076-586E-724751E4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F2F96-CFDB-9087-FD58-88EFBC90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291C9-B017-0E02-A4F0-5541DF98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61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5BBC-86E2-F918-EB3F-E4C92E3B3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A6A9D-2ACE-8DF7-EF18-AF20D5AE5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DB033-DB00-EF9F-8F7F-718186137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5335E-64AE-F0D6-201E-3243E56A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ABA0-6339-0C74-E5B0-545572FC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46385-26D1-B77A-B1B6-BB136C84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19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21A8-8E09-177E-FE4A-39BE91906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FBC09-3CBD-B32E-E94C-EFAF38620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926A2-B3C9-AC27-CA42-A6DB45F76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888B1-EB09-F157-2666-91B5470B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D8903-5B21-87AB-E3A1-E6CB8405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82C75-0B78-AE5A-CD73-435065FB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89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5740-E3CB-B098-91C3-57122BD0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5C75F-E583-B9FA-1D7F-DFFEEFD44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A795-6321-D819-51E2-6AA3DDB4D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0C5A2-465A-36B2-4636-3EEA4827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9AAEE-AF40-8C1E-2288-9D3A4600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79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DD241-EE53-289C-5CC9-2D3030C86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03A9D-E750-A847-09B9-9CD4CCA16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CAB9B-748F-43A1-769C-94202EBD9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FCD0C-2BE2-7072-98FF-9A7E31C0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80D4A-3912-0893-C95D-5169336B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21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D55E78-05B8-0F5F-9643-1DE7CDFE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78BDF-D80B-D421-0383-17218A738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3E8BD-DB82-D46A-8EB8-1AACF454F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FE669-BD32-4A07-8219-E9D6C5C9E39B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6179-8032-01A6-F346-A41262321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5F72F-2E15-D476-0FAD-353EAE515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CDF6A-FF65-4470-A602-B640604D54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12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2FDE-2297-6B26-1BEC-07CD13DD81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HIIIIIIIIIIIIIII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03C3A-7DDB-7BD5-8A1B-7AE6F06A65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558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HIIIIIIIIIIIIIII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Manuja Nagvekar</dc:creator>
  <cp:lastModifiedBy>Manuja Nagvekar</cp:lastModifiedBy>
  <cp:revision>1</cp:revision>
  <dcterms:created xsi:type="dcterms:W3CDTF">2026-04-26T16:07:30Z</dcterms:created>
  <dcterms:modified xsi:type="dcterms:W3CDTF">2026-04-26T16:07:36Z</dcterms:modified>
</cp:coreProperties>
</file>